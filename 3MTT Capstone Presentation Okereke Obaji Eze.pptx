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6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47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yourself, the programme, and give a brief overview of what the presentation 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this problem matters. Emphasise the business cost of churn.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IBM Telco dataset. Mention 11 rows were removed due to missing TotalCharges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4 key EDA findings. These directly informed the model and business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both models performed well. Logistic Regression was chosen for slightly better accuracy and AUC. AUC of 0.83 means the model correctly distinguishes churners from non-churners 83%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these features came from the Random Forest model. Emphasise that financial variables dominate — customers who pay more and are newer are at highest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your actual Power BI dashboard here. You can show the live file or PDF export during your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recommendation. Tie each one back to a specific finding from your EDA or model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summarising what was achieved. Thank your mentor and the 3MTT programme.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0"/>
            <a:ext cx="137160" cy="514350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to Identify At-Risk Telecom Customers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486400" cy="274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Mentee: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Okereke Obaji Eze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4175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3MTT Nigeria  |  Cohort 3  |  Wesonline Mentorship Programme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4505437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Analysis &amp; Visualization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005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78.68%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62940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2011680"/>
            <a:ext cx="1828800" cy="274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108960"/>
            <a:ext cx="1828800" cy="274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6294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11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B21C01A-F25F-16D9-ECCC-95DCAAFB775D}"/>
              </a:ext>
            </a:extLst>
          </p:cNvPr>
          <p:cNvSpPr/>
          <p:nvPr/>
        </p:nvSpPr>
        <p:spPr>
          <a:xfrm>
            <a:off x="457200" y="37642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Abdulhafiz</a:t>
            </a:r>
            <a:r>
              <a:rPr lang="en-US" b="1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170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221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130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— 7,032 customers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429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 the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1422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0507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389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vs Random Forest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9728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261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1170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15087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05740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205740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22219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130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24688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1752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01752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34290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actionable strategies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977640"/>
            <a:ext cx="41148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3977640"/>
            <a:ext cx="502920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41422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49240" y="40507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49240" y="43891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2560320" cy="457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industry average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5-7x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costly to acquire vs retain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$billions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churn each year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4572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914400"/>
            <a:ext cx="5303520" cy="1280160"/>
          </a:xfrm>
          <a:prstGeom prst="rect">
            <a:avLst/>
          </a:prstGeom>
          <a:solidFill>
            <a:srgbClr val="16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9601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customers are most likely to churn, and what factors drive that decision?"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66160" y="2834640"/>
            <a:ext cx="320040" cy="32004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77640" y="281635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historical data to find churn patterns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3474720"/>
            <a:ext cx="320040" cy="32004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77640" y="345643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to predict at-risk customers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4114800"/>
            <a:ext cx="320040" cy="32004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77640" y="4096512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predictions into retention actions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20240" cy="13716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1920240" cy="13716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920240" cy="137160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188720"/>
            <a:ext cx="1920240" cy="13716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12801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1965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1920240" cy="1691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192024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11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Citizen, Partner,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3200400"/>
            <a:ext cx="1920240" cy="1691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23160" y="3200400"/>
            <a:ext cx="1920240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2316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611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200400"/>
            <a:ext cx="1920240" cy="1691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3200400"/>
            <a:ext cx="1920240" cy="3474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611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Security,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3200400"/>
            <a:ext cx="1920240" cy="1691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20840" y="3200400"/>
            <a:ext cx="1920240" cy="34747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084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6118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(Yes = 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= 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64592" cy="173736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42.71%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churn at 42.71% vs just 2.85% for two-year contracts — contract type is the strongest categorical predictor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420624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164592" cy="1737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Risk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highest in the first 10-20 months. Customers who stay past month 40 are significantly more loyal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64592" cy="1737360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912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 Band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10912" y="1691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paying $70-90/month churn at ~38% — the highest of any charge band, signalling a value-perception gap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164592" cy="17373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10912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subscribers churn at 42% vs DSL at 19% and no-internet at 7% — a critical service-level risk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572768"/>
            <a:ext cx="2651760" cy="34747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78.68%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78.46%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exceeded the 75% accuracy target set in the project proposal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 Driving Churn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937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937760" y="150876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37760" y="1508760"/>
            <a:ext cx="137160" cy="105156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66360" y="15819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Signals Dominate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66360" y="194767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TotalCharges, MonthlyCharges and Tenure account for over 50% of predictive power combined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269748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37760" y="2697480"/>
            <a:ext cx="137160" cy="105156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2770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= High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66360" y="313639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internet subscribers churn at 42% — value perception must be addressed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388620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37760" y="3886200"/>
            <a:ext cx="137160" cy="10515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66360" y="3959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Matters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66360" y="432511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are more likely to churn than customers on automatic payment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76EA542-E93E-D5CC-1C25-80CC4FB56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69" y="1097280"/>
            <a:ext cx="4561242" cy="3619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Highlights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interactive visuals built in Microsoft Power BI Desktop: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192024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Card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26.58%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423160" y="146304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463040"/>
            <a:ext cx="1920240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463040"/>
            <a:ext cx="1920240" cy="34747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42.71%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720840" y="146304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20840" y="1463040"/>
            <a:ext cx="1920240" cy="34747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Risk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2084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1920240" cy="347472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Pie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657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2423160" y="320040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23160" y="3200400"/>
            <a:ext cx="1920240" cy="34747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Charge Band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657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70-90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4572000" y="320040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200400"/>
            <a:ext cx="1920240" cy="34747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Drivers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3657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720840" y="3200400"/>
            <a:ext cx="1920240" cy="15087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20840" y="3200400"/>
            <a:ext cx="1920240" cy="34747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2084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Tenure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20840" y="36576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02920" cy="713232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0698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Long-Term Contracts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89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and loyalty rewards to convert month-to-month customers to annual contracts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02920" cy="713232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97510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18745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Onboarding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94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structured onboarding for new customers — churn peaks in the first 20 months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615184"/>
            <a:ext cx="502920" cy="713232"/>
          </a:xfrm>
          <a:prstGeom prst="rect">
            <a:avLst/>
          </a:prstGeom>
          <a:solidFill>
            <a:srgbClr val="E07B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7797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6791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High-Tier Pricing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99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the $70-90 band feel underserved — improve value or offer targeted discounts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502920" cy="713232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584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4838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Fiber Optic Quality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8039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churns at 42% — survey customers and review service reliability and pricing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502920" cy="71323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3891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2885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in CRM System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6085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78.68% accuracy model to generate monthly churn risk scores for proactive outreach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60720" y="0"/>
            <a:ext cx="137160" cy="514350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029200" cy="457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74320" cy="2743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 customer records cleaned and fully prepared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274320" cy="2743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2951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tenure and charges identified as key drivers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9504"/>
            <a:ext cx="274320" cy="2743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8712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78.68% accuracy, AUC of 0.83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274320" cy="2743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4472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with 8 business-ready visuals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274320" cy="274320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recommendations for reducing churn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411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98932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325880"/>
            <a:ext cx="1828800" cy="36576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1508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893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423160"/>
            <a:ext cx="1828800" cy="36576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7,032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989320" y="3200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520440"/>
            <a:ext cx="1828800" cy="36576"/>
          </a:xfrm>
          <a:prstGeom prst="rect">
            <a:avLst/>
          </a:prstGeom>
          <a:solidFill>
            <a:srgbClr val="E8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8932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98932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811</Words>
  <Application>Microsoft Office PowerPoint</Application>
  <PresentationFormat>On-screen Show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Obaji Okereke</cp:lastModifiedBy>
  <cp:revision>3</cp:revision>
  <dcterms:created xsi:type="dcterms:W3CDTF">2026-07-15T06:26:47Z</dcterms:created>
  <dcterms:modified xsi:type="dcterms:W3CDTF">2026-07-30T09:25:55Z</dcterms:modified>
</cp:coreProperties>
</file>